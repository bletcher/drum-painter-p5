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5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5907-F438-4C64-A823-898AB835E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0D83D-29B2-4EAA-8866-CBE55C736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816CE-D397-40E7-81D0-818505FF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13C49-B32C-47E8-83C6-53BA8238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13131-BA2C-448A-9787-2AB8C8AE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3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E3142-47A6-42A2-BAA3-94696BED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23F18-3AAC-431A-BFA8-F660C1C56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C1A25-F200-453B-B404-D4FBB8A93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34206-4DFB-41C7-8404-49DB1776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10FC7-4420-49C6-89E1-7B07C3288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0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14FC-00EC-4E12-8EAE-5691F0D2B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72C4E-7A65-4347-BFF7-0EA7F2633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BD76C-AA4F-46BA-8EF9-852BB01E8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4F19C-4C54-42E4-A9ED-1CF78AF0D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FB22E-2311-49D7-8BAD-A4A1F718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6E7E-9656-4916-A2BD-C9AE477F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B1E10-A943-4B44-BE38-3FE8B409C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009BE-C69F-4C12-8446-F3C915B52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1D333-15BB-451A-9C59-9B0AFD68E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A91DD-3BF6-46E7-8993-C5AE0FF0E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06C6A-3159-4E4E-ADCD-D6FD3331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8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2F08-69B5-40E1-96A7-D4540712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765A1C-092E-4A5C-80FD-577181715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A7675-2C93-479D-B8AF-4E7515550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5AFF90-DD67-431D-BC5D-EAF53171C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DFFDB2-7DF1-43EE-A723-9C5388903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4B57E-7336-4301-B070-D840C1278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38038-87B3-4D33-8ADE-63AD7BE8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3E105-8904-4CE1-8E00-83F89828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2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698D-E97B-44A5-9C62-F5D74D4D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F4258-1F62-4B33-AECB-1CCAEDC6B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1F64A-ACE0-45FB-B560-EFD857313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F580C-7052-4436-9D0E-2900452A5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77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75D5F-B15F-49F4-9F19-46650FAD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4DA4A7-62A4-4148-890F-9ED966C7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88F29-01A2-4E93-AD2F-48911061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7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8F38E-A164-4C21-BE2F-53227E7D2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8650-DD47-49DF-B43D-62D800961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7E1D9-8439-4CE1-A1CA-A02ED22E7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FB8E5-CBA3-4549-9515-D517D8C50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B1888-F07A-4A9C-A63C-4505FA05B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871A7-7A97-4575-97B3-266640E50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832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8105-5D5E-4BF2-A56E-46FE97A5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8D1FCB-5EB6-4761-A100-7E9E831A3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C42F5-A0CB-4BA5-82B8-95B6B9847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DEE0F-27D8-470A-830F-B64578AC3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F68A6-3310-4EB0-A59F-3DDD788FB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09E4FC-0E8D-4C75-830F-4AEDFCFEC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772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9AE7-D464-4EC6-9FBE-C7AC9A84A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45EDFB-44BD-47BB-B79C-3F4522A9B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1CE81-4A98-48B9-BE65-7761FED53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74AF2-1BF1-430B-8568-4E9F5D39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25B0E-FA63-4B75-9D97-2A56EA6C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1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83620-0C9F-4110-8066-1AFCA55AAF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6103B-CC52-45CB-9741-FFF94F35A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5719A-F3A8-4CC3-97B0-54826646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E146D-68CC-4231-987B-1B624C5ED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140A7-DA75-4F5A-9E23-FBD7EBA2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6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3B7E0E-D658-46FD-A30A-A8D850DB9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FE88A-D5D7-40C0-B965-8420DB3A6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5FAD5-01C1-4876-B784-A6A8F6740F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8B4A3-7917-4D9E-9D10-20BAACD66C90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24019-4CB7-41E3-BB0E-FD27A785D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BCB81-23D2-4D8F-B3E2-83A43F870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90B87-F43A-4482-B073-0195E72B2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7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98A3C-4694-4D9C-A452-1043A3BE7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D1C9B-0582-408B-A8C7-6527C1CF61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8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1822-EA53-4DFC-91B4-02660B25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CBB7C-0215-4C89-87B3-628A9428D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A09363-4387-4191-A754-27AE7DD0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12192000" cy="660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8E3989-2DB7-40A7-B6DF-7932B4545328}"/>
              </a:ext>
            </a:extLst>
          </p:cNvPr>
          <p:cNvSpPr txBox="1"/>
          <p:nvPr/>
        </p:nvSpPr>
        <p:spPr>
          <a:xfrm>
            <a:off x="10548257" y="5959929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2-23-26</a:t>
            </a:r>
          </a:p>
        </p:txBody>
      </p:sp>
    </p:spTree>
    <p:extLst>
      <p:ext uri="{BB962C8B-B14F-4D97-AF65-F5344CB8AC3E}">
        <p14:creationId xmlns:p14="http://schemas.microsoft.com/office/powerpoint/2010/main" val="1605142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D091-1CF0-477E-828A-541D1499A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4E883D-5D3C-464F-90F4-1FDA1B1837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1" y="157018"/>
            <a:ext cx="11683360" cy="6571890"/>
          </a:xfrm>
        </p:spPr>
      </p:pic>
    </p:spTree>
    <p:extLst>
      <p:ext uri="{BB962C8B-B14F-4D97-AF65-F5344CB8AC3E}">
        <p14:creationId xmlns:p14="http://schemas.microsoft.com/office/powerpoint/2010/main" val="1341378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Letcher</dc:creator>
  <cp:lastModifiedBy>Benjamin Letcher</cp:lastModifiedBy>
  <cp:revision>3</cp:revision>
  <dcterms:created xsi:type="dcterms:W3CDTF">2026-02-23T18:03:17Z</dcterms:created>
  <dcterms:modified xsi:type="dcterms:W3CDTF">2026-02-23T18:40:30Z</dcterms:modified>
</cp:coreProperties>
</file>